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b87e6a1da8408e" /><Relationship Type="http://schemas.openxmlformats.org/officeDocument/2006/relationships/extended-properties" Target="/docProps/app.xml" Id="R66567771e9d24d0b" /><Relationship Type="http://schemas.openxmlformats.org/officeDocument/2006/relationships/officeDocument" Target="/ppt/presentation.xml" Id="Rd01252655c7c41c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b4750b745f949a3"/>
  </p:sldMasterIdLst>
  <p:notesMasterIdLst>
    <p:notesMasterId xmlns:r="http://schemas.openxmlformats.org/officeDocument/2006/relationships" r:id="R4941e815fd2a42a4"/>
  </p:notesMasterIdLst>
  <p:sldIdLst>
    <p:sldId xmlns:r="http://schemas.openxmlformats.org/officeDocument/2006/relationships" id="256" r:id="R22ca1e1f97994f3b"/>
    <p:sldId xmlns:r="http://schemas.openxmlformats.org/officeDocument/2006/relationships" id="257" r:id="R20a39581249c4ce3"/>
    <p:sldId xmlns:r="http://schemas.openxmlformats.org/officeDocument/2006/relationships" id="258" r:id="Rdfa288a4f38f4b22"/>
    <p:sldId xmlns:r="http://schemas.openxmlformats.org/officeDocument/2006/relationships" id="259" r:id="R9d41e0c58eb84994"/>
    <p:sldId xmlns:r="http://schemas.openxmlformats.org/officeDocument/2006/relationships" id="260" r:id="R8cf37c64bf574b3d"/>
    <p:sldId xmlns:r="http://schemas.openxmlformats.org/officeDocument/2006/relationships" id="261" r:id="R042b87934a74438a"/>
    <p:sldId xmlns:r="http://schemas.openxmlformats.org/officeDocument/2006/relationships" id="262" r:id="R9d660ee1f4044669"/>
    <p:sldId xmlns:r="http://schemas.openxmlformats.org/officeDocument/2006/relationships" id="263" r:id="R88a07486eea04b5f"/>
    <p:sldId xmlns:r="http://schemas.openxmlformats.org/officeDocument/2006/relationships" id="264" r:id="Rc0435b3d2abe43bd"/>
    <p:sldId xmlns:r="http://schemas.openxmlformats.org/officeDocument/2006/relationships" id="265" r:id="R128149e2e791409f"/>
  </p:sldIdLst>
  <p:sldSz cx="12192000" cy="6858000"/>
  <p:notesSz cx="6858000" cy="9144000"/>
  <p:embeddedFontLst>
    <p:embeddedFont>
      <p:font typeface="Inter"/>
      <p:regular xmlns:r="http://schemas.openxmlformats.org/officeDocument/2006/relationships" r:id="Ra86476a856a547cc"/>
      <p:bold xmlns:r="http://schemas.openxmlformats.org/officeDocument/2006/relationships" r:id="R3723988fd9494dfd"/>
    </p:embeddedFont>
    <p:embeddedFont>
      <p:font typeface="Inter Medium"/>
      <p:regular xmlns:r="http://schemas.openxmlformats.org/officeDocument/2006/relationships" r:id="R912b9af1db42416f"/>
    </p:embeddedFont>
    <p:embeddedFont>
      <p:font typeface="Inter SemiBold"/>
      <p:regular xmlns:r="http://schemas.openxmlformats.org/officeDocument/2006/relationships" r:id="R3475496a5c1a415a"/>
      <p:bold xmlns:r="http://schemas.openxmlformats.org/officeDocument/2006/relationships" r:id="R494282b2b09f4a13"/>
    </p:embeddedFont>
    <p:embeddedFont>
      <p:font typeface="OpenAI Sans"/>
      <p:regular xmlns:r="http://schemas.openxmlformats.org/officeDocument/2006/relationships" r:id="Rad2cf4a9387a45b8"/>
      <p:bold xmlns:r="http://schemas.openxmlformats.org/officeDocument/2006/relationships" r:id="R581a24951f354b92"/>
      <p:italic xmlns:r="http://schemas.openxmlformats.org/officeDocument/2006/relationships" r:id="R92ec232893dc4144"/>
      <p:boldItalic xmlns:r="http://schemas.openxmlformats.org/officeDocument/2006/relationships" r:id="R12539b070fbb41b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f367a83194460" /><Relationship Type="http://schemas.openxmlformats.org/officeDocument/2006/relationships/slideMaster" Target="/ppt/slideMasters/slideMaster1.xml" Id="Reb4750b745f949a3" /><Relationship Type="http://schemas.openxmlformats.org/officeDocument/2006/relationships/notesMaster" Target="/ppt/notesMasters/notesMaster1.xml" Id="R4941e815fd2a42a4" /><Relationship Type="http://schemas.openxmlformats.org/officeDocument/2006/relationships/presProps" Target="/ppt/presProps.xml" Id="Rb5c823fd70494e7c" /><Relationship Type="http://schemas.openxmlformats.org/officeDocument/2006/relationships/viewProps" Target="/ppt/viewProps.xml" Id="R9aa7ef2c95a2400b" /><Relationship Type="http://schemas.openxmlformats.org/officeDocument/2006/relationships/tableStyles" Target="/ppt/tableStyles.xml" Id="Re2187e4a47eb4448" /><Relationship Type="http://schemas.openxmlformats.org/officeDocument/2006/relationships/font" Target="/ppt/fonts/font.dat" Id="Ra86476a856a547cc" /><Relationship Type="http://schemas.openxmlformats.org/officeDocument/2006/relationships/font" Target="/ppt/fonts/font2.dat" Id="R3723988fd9494dfd" /><Relationship Type="http://schemas.openxmlformats.org/officeDocument/2006/relationships/font" Target="/ppt/fonts/font3.dat" Id="R912b9af1db42416f" /><Relationship Type="http://schemas.openxmlformats.org/officeDocument/2006/relationships/font" Target="/ppt/fonts/font4.dat" Id="R3475496a5c1a415a" /><Relationship Type="http://schemas.openxmlformats.org/officeDocument/2006/relationships/font" Target="/ppt/fonts/font5.dat" Id="R494282b2b09f4a13" /><Relationship Type="http://schemas.openxmlformats.org/officeDocument/2006/relationships/font" Target="/ppt/fonts/font6.dat" Id="Rad2cf4a9387a45b8" /><Relationship Type="http://schemas.openxmlformats.org/officeDocument/2006/relationships/font" Target="/ppt/fonts/font7.dat" Id="R581a24951f354b92" /><Relationship Type="http://schemas.openxmlformats.org/officeDocument/2006/relationships/font" Target="/ppt/fonts/font8.dat" Id="R92ec232893dc4144" /><Relationship Type="http://schemas.openxmlformats.org/officeDocument/2006/relationships/font" Target="/ppt/fonts/font9.dat" Id="R12539b070fbb41b2" /><Relationship Type="http://schemas.openxmlformats.org/officeDocument/2006/relationships/slide" Target="/ppt/slides/slide1.xml" Id="R22ca1e1f97994f3b" /><Relationship Type="http://schemas.openxmlformats.org/officeDocument/2006/relationships/slide" Target="/ppt/slides/slide2.xml" Id="R20a39581249c4ce3" /><Relationship Type="http://schemas.openxmlformats.org/officeDocument/2006/relationships/slide" Target="/ppt/slides/slide3.xml" Id="Rdfa288a4f38f4b22" /><Relationship Type="http://schemas.openxmlformats.org/officeDocument/2006/relationships/slide" Target="/ppt/slides/slide4.xml" Id="R9d41e0c58eb84994" /><Relationship Type="http://schemas.openxmlformats.org/officeDocument/2006/relationships/slide" Target="/ppt/slides/slide5.xml" Id="R8cf37c64bf574b3d" /><Relationship Type="http://schemas.openxmlformats.org/officeDocument/2006/relationships/slide" Target="/ppt/slides/slide6.xml" Id="R042b87934a74438a" /><Relationship Type="http://schemas.openxmlformats.org/officeDocument/2006/relationships/slide" Target="/ppt/slides/slide7.xml" Id="R9d660ee1f4044669" /><Relationship Type="http://schemas.openxmlformats.org/officeDocument/2006/relationships/slide" Target="/ppt/slides/slide8.xml" Id="R88a07486eea04b5f" /><Relationship Type="http://schemas.openxmlformats.org/officeDocument/2006/relationships/slide" Target="/ppt/slides/slide9.xml" Id="Rc0435b3d2abe43bd" /><Relationship Type="http://schemas.openxmlformats.org/officeDocument/2006/relationships/slide" Target="/ppt/slides/slide10.xml" Id="R128149e2e791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90719764f2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a2302b97340c2" /><Relationship Type="http://schemas.openxmlformats.org/officeDocument/2006/relationships/notesMaster" Target="/ppt/notesMasters/notesMaster1.xml" Id="R32f182eea460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18a00303a4a4e" /><Relationship Type="http://schemas.openxmlformats.org/officeDocument/2006/relationships/notesMaster" Target="/ppt/notesMasters/notesMaster1.xml" Id="R9453af2f4e43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eec609611c4a65" /><Relationship Type="http://schemas.openxmlformats.org/officeDocument/2006/relationships/notesMaster" Target="/ppt/notesMasters/notesMaster1.xml" Id="Rc663485fc0214c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064107a5244d9" /><Relationship Type="http://schemas.openxmlformats.org/officeDocument/2006/relationships/notesMaster" Target="/ppt/notesMasters/notesMaster1.xml" Id="R2b1ccd2e1054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6983e6e8a40fd" /><Relationship Type="http://schemas.openxmlformats.org/officeDocument/2006/relationships/notesMaster" Target="/ppt/notesMasters/notesMaster1.xml" Id="Rbf209ded0df3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3ae414a8bc41d1" /><Relationship Type="http://schemas.openxmlformats.org/officeDocument/2006/relationships/notesMaster" Target="/ppt/notesMasters/notesMaster1.xml" Id="R6a404327e606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45ace62e9d4d70" /><Relationship Type="http://schemas.openxmlformats.org/officeDocument/2006/relationships/notesMaster" Target="/ppt/notesMasters/notesMaster1.xml" Id="Rbfe768d7cdd343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75939dbbc4c8f" /><Relationship Type="http://schemas.openxmlformats.org/officeDocument/2006/relationships/notesMaster" Target="/ppt/notesMasters/notesMaster1.xml" Id="R140aa98b6120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2efd92b7ee4409" /><Relationship Type="http://schemas.openxmlformats.org/officeDocument/2006/relationships/notesMaster" Target="/ppt/notesMasters/notesMaster1.xml" Id="R96eeb954a7294e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e98bb12f1a467c" /><Relationship Type="http://schemas.openxmlformats.org/officeDocument/2006/relationships/notesMaster" Target="/ppt/notesMasters/notesMaster1.xml" Id="R1df4017df2da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Təqdimat Team Alignment şablonu əsasında hazırlanıb.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https://ich.unesco.org/en/state/azerbaijan-AZ?info=elements-on-the-lists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https://ich.unesco.org/en/RL/azerbaijani-mugham-00039?RL=00039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https://ich.unesco.org/en/RL/traditional-art-of-azerbaijani-carpet-weaving-in-the-republic-of-azerbaijan-00389?RL=00389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Şəkillər: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https://ich.unesco.org/en/RL/traditional-art-and-symbolism-of-kelaghayi-making-and-wearing-women-s-silk-headscarves-00669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Mənbələr: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https://ich.unesco.org/en/RL/nawrouz-novruz-nowrouz-nowrouz-nawrouz-nauryz-nooruz-nowruz-navruz-nevruz-nowruz-navruz-02097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https://ich.unesco.org/en/RL/culture-of-cay-tea-a-symbol-of-identity-hospitality-and-social-interaction-01685?RL=01685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https://azerbaijan.travel/lankaran-tea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https://ich.unesco.org/en/RL/dolma-making-and-sharing-tradition-a-marker-of-cultural-identity-01188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Mənbələr: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https://ich.unesco.org/en/USL/kochari-traditional-group-dances-of-armenia-01190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https://ich.unesco.org/en/RL/craftsmanship-and-performance-art-of-the-tar-a-long-necked-string-musical-instrument-00671?RL=00671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https://ich.unesco.org/en/RL/art-of-crafting-and-playing-with-kamantcheh-kamancha-a-bowed-string-musical-instrument-01286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Şəkillər: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Mənbə:</a:t>
            </a:r>
          </a:p>
          <a:p xmlns:a="http://schemas.openxmlformats.org/drawingml/2006/main">
            <a:r>
              <a:t>https://ich.unesco.org/en/state/azerbaijan-AZ?info=elements-on-the-lists</a:t>
            </a:r>
          </a:p>
          <a:p xmlns:a="http://schemas.openxmlformats.org/drawingml/2006/main">
            <a:r>
              <a:t>Sonrakı nümunələrə 2017-ci ildə dolma və kamança, 2018-ci ildə isə yallı ilə bağlı qərar daxildir.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Əsas mənbə:</a:t>
            </a:r>
            <a:endParaRPr/>
          </a:p>
          <a:p xmlns:a="http://schemas.openxmlformats.org/drawingml/2006/main">
            <a:r>
              <a:t>https://ich.unesco.org/en/state/azerbaijan-AZ?info=elements-on-the-lists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487a12d9246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d007d34854c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9533a1fa848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b35ac1b2c42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6ba4302014e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5c459aa56436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a434dfdec47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136f217aa42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19432019549aa" /><Relationship Type="http://schemas.openxmlformats.org/officeDocument/2006/relationships/image" Target="/ppt/media/image.png" Id="Rb0527f0f6f2343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17047804b4453" /><Relationship Type="http://schemas.openxmlformats.org/officeDocument/2006/relationships/image" Target="/ppt/media/image2.png" Id="R32677ca45814420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b0527f0f6f2343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2677ca45814420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f0c18bf49478e" /><Relationship Type="http://schemas.openxmlformats.org/officeDocument/2006/relationships/slideLayout" Target="/ppt/slideLayouts/slideLayout1.xml" Id="Rd7434a5779ef425b" /><Relationship Type="http://schemas.openxmlformats.org/officeDocument/2006/relationships/slideLayout" Target="/ppt/slideLayouts/slideLayout2.xml" Id="Rcc44d44088fb4cd5" /><Relationship Type="http://schemas.openxmlformats.org/officeDocument/2006/relationships/slideLayout" Target="/ppt/slideLayouts/slideLayout3.xml" Id="R2c68c74b3d024760" /><Relationship Type="http://schemas.openxmlformats.org/officeDocument/2006/relationships/slideLayout" Target="/ppt/slideLayouts/slideLayout4.xml" Id="Rfc4485e1bea2428d" /><Relationship Type="http://schemas.openxmlformats.org/officeDocument/2006/relationships/slideLayout" Target="/ppt/slideLayouts/slideLayout5.xml" Id="Rc55f7118ff8347da" /><Relationship Type="http://schemas.openxmlformats.org/officeDocument/2006/relationships/slideLayout" Target="/ppt/slideLayouts/slideLayout6.xml" Id="Raad2c123c92a4ca4" /><Relationship Type="http://schemas.openxmlformats.org/officeDocument/2006/relationships/slideLayout" Target="/ppt/slideLayouts/slideLayout7.xml" Id="R5ba05417d2004e49" /><Relationship Type="http://schemas.openxmlformats.org/officeDocument/2006/relationships/slideLayout" Target="/ppt/slideLayouts/slideLayout8.xml" Id="Rffb22da9d4704bdc" /><Relationship Type="http://schemas.openxmlformats.org/officeDocument/2006/relationships/slideLayout" Target="/ppt/slideLayouts/slideLayout9.xml" Id="R2f56ac8551334f62" /><Relationship Type="http://schemas.openxmlformats.org/officeDocument/2006/relationships/slideLayout" Target="/ppt/slideLayouts/slideLayout10.xml" Id="R09ebb1eb003840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34a5779ef425b"/>
    <p:sldLayoutId xmlns:r="http://schemas.openxmlformats.org/officeDocument/2006/relationships" id="2147483650" r:id="Rcc44d44088fb4cd5"/>
    <p:sldLayoutId xmlns:r="http://schemas.openxmlformats.org/officeDocument/2006/relationships" id="2147483651" r:id="R2c68c74b3d024760"/>
    <p:sldLayoutId xmlns:r="http://schemas.openxmlformats.org/officeDocument/2006/relationships" id="2147483652" r:id="Rfc4485e1bea2428d"/>
    <p:sldLayoutId xmlns:r="http://schemas.openxmlformats.org/officeDocument/2006/relationships" id="2147483653" r:id="Rc55f7118ff8347da"/>
    <p:sldLayoutId xmlns:r="http://schemas.openxmlformats.org/officeDocument/2006/relationships" id="2147483654" r:id="Raad2c123c92a4ca4"/>
    <p:sldLayoutId xmlns:r="http://schemas.openxmlformats.org/officeDocument/2006/relationships" id="2147483655" r:id="R5ba05417d2004e49"/>
    <p:sldLayoutId xmlns:r="http://schemas.openxmlformats.org/officeDocument/2006/relationships" id="2147483656" r:id="Rffb22da9d4704bdc"/>
    <p:sldLayoutId xmlns:r="http://schemas.openxmlformats.org/officeDocument/2006/relationships" id="2147483657" r:id="R2f56ac8551334f62"/>
    <p:sldLayoutId xmlns:r="http://schemas.openxmlformats.org/officeDocument/2006/relationships" id="2147483658" r:id="R09ebb1eb003840d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66fc130b74dd9" /><Relationship Type="http://schemas.openxmlformats.org/officeDocument/2006/relationships/image" Target="/ppt/media/image3.png" Id="Re800305491d144f6" /><Relationship Type="http://schemas.openxmlformats.org/officeDocument/2006/relationships/notesSlide" Target="/ppt/notesSlides/notesSlide1.xml" Id="Rf607c0dc037842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73a51c5ea4433" /><Relationship Type="http://schemas.openxmlformats.org/officeDocument/2006/relationships/notesSlide" Target="/ppt/notesSlides/notesSlide2.xml" Id="R8b776e0cffff46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f2ec8d1cc46ab" /><Relationship Type="http://schemas.openxmlformats.org/officeDocument/2006/relationships/image" Target="/ppt/media/image4.png" Id="R81f280062bf64243" /><Relationship Type="http://schemas.openxmlformats.org/officeDocument/2006/relationships/notesSlide" Target="/ppt/notesSlides/notesSlide3.xml" Id="R7d9031cc085c44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53734a9da4003" /><Relationship Type="http://schemas.openxmlformats.org/officeDocument/2006/relationships/image" Target="/ppt/media/image4.png" Id="R263da7b7acb84517" /><Relationship Type="http://schemas.openxmlformats.org/officeDocument/2006/relationships/image" Target="/ppt/media/image5.png" Id="Rc19c05132bef4910" /><Relationship Type="http://schemas.openxmlformats.org/officeDocument/2006/relationships/notesSlide" Target="/ppt/notesSlides/notesSlide4.xml" Id="R6c766c09d05a48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16f4d52e9457f" /><Relationship Type="http://schemas.openxmlformats.org/officeDocument/2006/relationships/image" Target="/ppt/media/image4.png" Id="R44633021945746a1" /><Relationship Type="http://schemas.openxmlformats.org/officeDocument/2006/relationships/notesSlide" Target="/ppt/notesSlides/notesSlide5.xml" Id="R8b0a4b1dc85d4f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fdcc73f0e4bda" /><Relationship Type="http://schemas.openxmlformats.org/officeDocument/2006/relationships/image" Target="/ppt/media/image4.png" Id="R4285bb73909d4237" /><Relationship Type="http://schemas.openxmlformats.org/officeDocument/2006/relationships/notesSlide" Target="/ppt/notesSlides/notesSlide6.xml" Id="R1720612f744f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dc5932f5646ac" /><Relationship Type="http://schemas.openxmlformats.org/officeDocument/2006/relationships/image" Target="/ppt/media/image4.png" Id="R17fa43eaff8d4455" /><Relationship Type="http://schemas.openxmlformats.org/officeDocument/2006/relationships/notesSlide" Target="/ppt/notesSlides/notesSlide7.xml" Id="Rb684d287c6aa41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d32cad4d4f340db" /><Relationship Type="http://schemas.openxmlformats.org/officeDocument/2006/relationships/image" Target="/ppt/media/image4.png" Id="R3fbc4a33bafb49d3" /><Relationship Type="http://schemas.openxmlformats.org/officeDocument/2006/relationships/notesSlide" Target="/ppt/notesSlides/notesSlide8.xml" Id="Rf02170aab5ee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7964bae74d4942" /><Relationship Type="http://schemas.openxmlformats.org/officeDocument/2006/relationships/notesSlide" Target="/ppt/notesSlides/notesSlide9.xml" Id="R80948a02e0d8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5f758dfb7482e" /><Relationship Type="http://schemas.openxmlformats.org/officeDocument/2006/relationships/image" Target="/ppt/media/image3.png" Id="R23b808aeaa254935" /><Relationship Type="http://schemas.openxmlformats.org/officeDocument/2006/relationships/notesSlide" Target="/ppt/notesSlides/notesSlide10.xml" Id="R5ba17c1ea00741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Azərbaycan</a:t>
            </a:r>
          </a:p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mədəniyyəti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Ənənə, sənət və gündəlik həyat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0305491d144f6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Mədəniyyətlərin qovşağı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Muğam, aşıq sənəti və xalq alətləri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Musiqi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Xalça, kəlağayı, ipək və təbii boyalar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Sənətkarlıq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Novruz, çay süfrəsi və qonaqpərvərlik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Mərasim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Plov, dolma, təndir çörəyi və şirniyyatlar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Mətbəx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900"/>
              </a:spcAft>
            </a:pPr>
            <a:r>
              <a:rPr sz="19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Canlı və çoxqatlı irs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Azərbaycan mədəniyyəti türk dünyası, islam sivilizasiyası və Qafqazın çoxsəsli mühitində formalaşıb.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Bu irs musiqidə improvizasiya, sənətdə naxış, süfrədə paylaşma, bayramlarda isə birlik kimi yaşayır.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İmprovizasiya üzərində qurulan klassik sənət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Xanəndə melodik xətti tar, kamança və qavalın müşayiəti ilə sərbəst inkişaf etdirir. Eyni muğam hər ifada yeni çalar qazana bilər.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UNESCO Azərbaycan muğamını 2008-ci ildə Bəşəriyyətin Qeyri-maddi Mədəni İrsinin Reprezentativ Siyahısına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Muğam</a:t>
            </a:r>
            <a:endParaRPr/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280062bf64243"/>
          <a:srcRect xmlns:a="http://schemas.openxmlformats.org/drawingml/2006/main" l="17890" t="0" r="17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Naxışlarda yaddaş və məkan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Qarabağ, Quba, Şirvan, Gəncə, Qazax və Bakı məktəbləri rəng, kompozisiya və ornament dili ilə seçilir.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Yun, pambıq və ipək saplar müxtəlif texnikalarla toxunur. Sənət ailə daxilində müşahidə və təcrübə yolu ilə ötürülür. UNESCO bu ənənəni 2010-cu ildə siyahıya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Xalçaçılıq</a:t>
            </a:r>
            <a:endParaRPr/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da7b7acb84517"/>
          <a:srcRect xmlns:a="http://schemas.openxmlformats.org/drawingml/2006/main" l="17890" t="0" r="17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c05132bef4910"/>
          <a:srcRect xmlns:a="http://schemas.openxmlformats.org/drawingml/2006/main" l="0" t="4716" r="0" b="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58300" y="4171950"/>
            <a:ext cx="224790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İpək üzərində simvol və rəng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Kəlağayı qəlib, isti mum və boya ilə bəzədilən ənənəvi ipək baş örtüyüdür. Buta, nəbati və həndəsi motivlər onun vizual dilini yaradır.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Sənət xüsusilə Şəki və Basqal ilə bağlıdır. UNESCO kəlağayının hazırlanması və istifadə ənənəsini 2014-cü ildə Reprezentativ Siyahıya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Kəlağayı</a:t>
            </a:r>
            <a:endParaRPr/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33021945746a1"/>
          <a:srcRect xmlns:a="http://schemas.openxmlformats.org/drawingml/2006/main" l="17890" t="0" r="17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Yenilənmə və birlik mərasimi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80">
                <a:solidFill>
                  <a:srgbClr val="273E48"/>
                </a:solidFill>
                <a:latin typeface="Inter"/>
                <a:ea typeface="Inter"/>
                <a:cs typeface="Inter"/>
              </a:rPr>
              <a:t>Novruz yazın gəlişini qarşılayır. Səməni, tonqal, bayram süfrəsi, papaqatdı və ailə ziyarətləri təbiətin yenilənməsini ictimai birliklə bağlayır.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80">
                <a:solidFill>
                  <a:srgbClr val="273E48"/>
                </a:solidFill>
                <a:latin typeface="Inter"/>
                <a:ea typeface="Inter"/>
                <a:cs typeface="Inter"/>
              </a:rPr>
              <a:t>Qonağa armudu stəkanda çay, mürəbbə və şirniyyat təqdim etmək hörmət və ünsiyyət ənənəsidir. Azərbaycan və Türkiyənin çay mədəniyyəti UNESCO siyahısına 2022-ci ildə daxil edilib.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Novruz və qonaqpərvərlik</a:t>
            </a:r>
            <a:endParaRPr/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5bb73909d4237"/>
          <a:srcRect xmlns:a="http://schemas.openxmlformats.org/drawingml/2006/main" l="17890" t="0" r="17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Süfrə paylaşma mədəniyyətidir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Plov zəfəranlı düyü, qazmaq və ayrıca hazırlanan qara ilə təqdim olunur. Bölgələrə görə tərkibi və servis üslubu dəyişir.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Dolmada içlik yarpağa bükülür və ya tərəvəzə doldurulur. UNESCO dolma hazırlama və paylaşma ənənəsini 2017-ci ildə siyahıya daxil edib.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Paxlava, şəkərbura və qoğal xüsusilə Novruz süfrəsinin tanınan şirniyyatlarıdır.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Azərbaycan mətbəxi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pic>
        <p:nvPicPr>
          <p:cNvPr id="54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a43eaff8d4455"/>
          <a:srcRect xmlns:a="http://schemas.openxmlformats.org/drawingml/2006/main" l="6508" t="0" r="6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396409"/>
            <a:ext cx="7503480" cy="5602070"/>
          </a:xfrm>
          <a:prstGeom xmlns:a="http://schemas.openxmlformats.org/drawingml/2006/main" prst="roundRect">
            <a:avLst/>
          </a:prstGeom>
        </p:spPr>
      </p:pic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069B76-F483-69FE-5E50-3A7313DC6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Yallı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İştirakçılar dairə, zəncir və ya sıra şəklində birlikdə hərəkət edirlər. Naxçıvanın yallı ənənəsi 2018-ci ildən UNESCO-nun Təcili Qorunmaya Ehtiyacı Olan İrs Siyahısındadır.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42C7FCC-86E7-F5EC-CF92-EC13CA3E8A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17</a:t>
            </a:fld>
            <a:endParaRPr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408DEBE-7CF4-03DE-7F3D-886627F115F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Tar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Uzunqollu simli alət muğamın əsas səs dayaqlarındandır. Azərbaycanda tarın hazırlanması və ifa sənəti 2012-ci ildə UNESCO siyahısına daxil edilib.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57F93-C3C2-23D6-9524-2C2ACDCF6D75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67" y="1466850"/>
            <a:ext cx="3568732" cy="4524375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</a:pPr>
            <a:r>
              <a:rPr sz="30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4 simli</a:t>
            </a:r>
          </a:p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Kamança</a:t>
            </a:r>
          </a:p>
          <a:p xmlns:a="http://schemas.openxmlformats.org/drawingml/2006/main"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Yayla ifa olunan kamança klassik və folklor musiqisində mühüm yer tutur. Azərbaycan və İran bu sənəti 2017-ci ildə UNESCO siyahısına birgə təqdim edib.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4BDA96D-2BD4-0A74-3D12-0FFADFFA3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Xalq rəqsləri və musiqi alətləri</a:t>
            </a:r>
            <a:endParaRPr/>
          </a:p>
        </p:txBody>
      </p:sp>
      <p:pic>
        <p:nvPicPr>
          <p:cNvPr id="54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c4a33bafb49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299"/>
            <a:ext cx="3578727" cy="2324099"/>
          </a:xfrm>
          <a:prstGeom xmlns:a="http://schemas.openxmlformats.org/drawingml/2006/main" prst="roundRect">
            <a:avLst/>
          </a:prstGeom>
        </p:spPr>
      </p:pic>
      <p:pic>
        <p:nvPicPr>
          <p:cNvPr id="54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c4a33bafb49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964" y="1384299"/>
            <a:ext cx="3578727" cy="2324099"/>
          </a:xfrm>
          <a:prstGeom xmlns:a="http://schemas.openxmlformats.org/drawingml/2006/main" prst="roundRect">
            <a:avLst/>
          </a:prstGeom>
        </p:spPr>
      </p:pic>
      <p:sp>
        <p:nvSpPr>
          <p:cNvPr id="14" name="Footer Placeholder 13">
            <a:extLst xmlns:a="http://schemas.openxmlformats.org/drawingml/2006/main">
              <a:ext uri="{FF2B5EF4-FFF2-40B4-BE49-F238E27FC236}">
                <a16:creationId xmlns:a16="http://schemas.microsoft.com/office/drawing/2014/main" id="{6A97BA39-A4A0-86E1-DC4D-EC4DAE78E8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753620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Muğam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İmprovizasiya və ustad-şagird ənənəsi beynəlxalq səviyyədə tanındı.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UNESCO siyahısında Azərbaycan irsi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Xalçaçılıq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Toxuculuq bilikləri, regional naxışlar və ailədaxili ötürmə qeyd edildi.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Kəlağayı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Şəki və Basqal ipəkçiliyinin sənətkarlıq və simvolika irsi siyahıya daxil edildi.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2008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2010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2014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Təşəkkürlər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Azərbaycan mədəniyyəti canlı irsdir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808aeaa254935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2026-09-07T17:50:54.1670000Z</dcterms:created>
  <dcterms:modified xsi:type="dcterms:W3CDTF">2026-09-07T17:50:54.1670000Z</dcterms:modified>
</coreProperties>
</file>